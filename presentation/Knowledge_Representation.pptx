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30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Super Lig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Ontology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and Ontologies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Cemil Koca | Recep Goktug Avci | Murat Genc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Celal Bayar University —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data is scattered across many websites in unstructured formats. There is no standardized way to query, reason about, or integrate this data.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build an OWL 2 ontology for the Turkish Super Lig that allows structured SPARQL querying over teams, players, matches, goals, cards, transfers, and standings.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validate data quality with SHACL and demonstrate LLM-based ontology population.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TBox — Schema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3657600" cy="1600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Properties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Properties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TBox Triples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846320" y="1097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League, Season, Team, Player, Coach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Match, Goal, Stadium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YellowCard, RedCard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Transfer, Standing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GK, DEF, MID, FWD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Reused: Schema.org, FOAF, Dublin Core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Chain Axiom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goalForTeam = scoredBy + playsFor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goal is scored by a player who plays for a team,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goal is automatically inferred to be for that team.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eliminates manual assertion and simplifies queries.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ABox — Instance Data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4114800" cy="32186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Stadiums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ABox Triples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303520" y="13716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2025-2026 Super Lig season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teams represented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1717 triples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1920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Transfermarkt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profiles, market values, transfers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Wikipedia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results, stadium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Mackolik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scores, goal and card stats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TFF.org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standings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scores, match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manually, preprocessed with ASCII transliteration, date normalization, and currency standardization.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Queries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28803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 of a given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count of a player in a season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Stadium capacity and home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history between clubs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in a specific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coach of a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matches in a given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 standings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"/>
            <a:ext cx="1645920" cy="4572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2186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Team, position, jersey 1-99, nationality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Home/away team, date, week 1-38, 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Scorer, match, minute 1-120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Player, match, minute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StadiumShape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1-110000,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Player, from/to team, date, fee &gt;=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Team, season, position 1-20,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&gt; 100M EUR triggers 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should have at least 1 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&gt;5 goals in one match =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"Ontology Population using LLMs" — Saki Norouzi et al.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1783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match reports, prepare TBox schema for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Retrieve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 text into ontology-relevant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Populate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prompting with Gemini API to extract Turtle triples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Validate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SHACL validation on extracted triples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mitigation: schema-guided prompting, explicit instructions, SHACL post-validation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dimension for coach/player changes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and Coach are disjoint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types are simplified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data is representative, not exhaustive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W3C Time Ontology for temporal modeling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ABox to cover multiple seasons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GraphDB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classes, 24 object properties, 27 data properties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1314 triples, 18 teams, 55 players, 18 standings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Node Shapes, Conforms: True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competency questions, all passing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API, match report to triples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1717 triples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1200" dirty="0" err="1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tr-TR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github.com/ckaemm/</a:t>
            </a:r>
            <a:r>
              <a:rPr lang="en-US" sz="1200" dirty="0" err="1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</a:t>
            </a: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-ontology</a:t>
            </a:r>
            <a:r>
              <a:rPr lang="tr-TR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 err="1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Widoco</a:t>
            </a:r>
            <a:r>
              <a:rPr lang="tr-TR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https://ckaemm.github.io/tsl-ontology/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Ekran Gösterisi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CEMİL K. 220316024</cp:lastModifiedBy>
  <cp:revision>3</cp:revision>
  <dcterms:created xsi:type="dcterms:W3CDTF">2026-06-17T19:11:41Z</dcterms:created>
  <dcterms:modified xsi:type="dcterms:W3CDTF">2026-06-17T22:51:12Z</dcterms:modified>
</cp:coreProperties>
</file>