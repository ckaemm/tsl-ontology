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TURKISH SUPER LIG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FOOTBALL ONTOLOGY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and Ontologies — Progress Check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Cemil Koca  |  Recep Göktuğ Avcı  |  Murat Genç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Celal Bayar University — 2025-2026 Spring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TOPIC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Professional football data in the Turkish Super Lig (Trendyol Süper Lig)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325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2 ontology enabling structured SPARQL querying over teams, players, matches, goals, cards, and transfers.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6576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45920"/>
            <a:ext cx="54864" cy="1325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shapes enforce data quality with cardinality, value range, and SPARQL-based constraints.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6576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00400"/>
            <a:ext cx="54864" cy="1325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Schema.org (SportsTeam), FOAF (Person), Dublin Core for metadata.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365760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00400"/>
            <a:ext cx="54864" cy="1325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Population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6576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Semi-automated ABox population pipeline inspired by the Ontology Population using LLMs paper.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ONTOLOGY DESIGN — CLASS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OWL Classes organized in a clear hierarchy with disjointness axioms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256032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League, Season, Team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→ Player, Coach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554480" cy="2560320"/>
          </a:xfrm>
          <a:prstGeom prst="rect">
            <a:avLst/>
          </a:prstGeom>
          <a:solidFill>
            <a:srgbClr val="FFF3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40280" y="18288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MatchEvent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Goal,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YellowCard, RedCard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55448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8288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(from/to teams, fee, loan)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1371600"/>
            <a:ext cx="1554480" cy="2560320"/>
          </a:xfrm>
          <a:prstGeom prst="rect">
            <a:avLst/>
          </a:prstGeom>
          <a:solidFill>
            <a:srgbClr val="FCE4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18288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Goalkeeper, Defender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Midfielder, Forward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1554480" cy="2560320"/>
          </a:xfrm>
          <a:prstGeom prst="rect">
            <a:avLst/>
          </a:prstGeom>
          <a:solidFill>
            <a:srgbClr val="F3E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1828800"/>
            <a:ext cx="1371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(capacity, city)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Reused: Schema.org (SportsTeam, SportsEvent, StadiumOrArena), FOAF (Person), Dublin Core, VANN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ONTOLOGY DESIGN — PROPERTIES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828800" cy="10972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0" y="1005840"/>
            <a:ext cx="18288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83464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8288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005840"/>
            <a:ext cx="18288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005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4088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→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playsFor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→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→ 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scorer (functional)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homeTeam / awayTeam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→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participants (functional)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→ 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Transferred 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cardShownTo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→ Player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Disciplinary card recipient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→ xsd:integer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 week number (hafta)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→ xsd:decimal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fee in 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isPenalty / isOwnGoal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→ xsd:boolean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type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 &amp; ACQUISITION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Transfermarkt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1051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profiles, market values, transfer histories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1691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overviews, match results, stadium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Mackolik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331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scores, fixtures, goal/card statistics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TFF.org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9718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standings, fixture lists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768096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11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FlashScore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6118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scores, detailed match events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transliteration (Şahin → Sahin)  | 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normalization (xsd:date)  | 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→ EUR  | 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mapping to class hierarchy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GRAPH — CURRENT STATE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234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1097280"/>
            <a:ext cx="1234440" cy="11887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1234440" cy="11887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1234440" cy="11887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80060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1234440" cy="11887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1097280"/>
            <a:ext cx="1234440" cy="1188720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10972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635240" y="1828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 ABOX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Galatasaray 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Fenerbahce SK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Besiktas JK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Trabzonspor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Basaksehir FK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Goztepe 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Samsunspor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Kasimpasa SK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Season: 2025-2026  |  8 Stadiums  |  6 Cards  |  4 Transfers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SPARQL COMPETENCY QUERIES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Competency Questions — all answerable via SPARQL against our ABox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3931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234440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players play for a given team?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0" y="123444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719072"/>
            <a:ext cx="76809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190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719072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goals did a player score in a season?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71907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03704"/>
            <a:ext cx="7680960" cy="3931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03704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203704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Stadium capacity and home team?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203704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88336"/>
            <a:ext cx="76809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688336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2688336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history between two clubs?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688336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172968"/>
            <a:ext cx="7680960" cy="3931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172968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172968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shown in a specific match?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172968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76809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657600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3657600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coach of a team in a season?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657600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142232"/>
            <a:ext cx="7680960" cy="3931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14223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4142232"/>
            <a:ext cx="5303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 in a given week (hafta)?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4142232"/>
            <a:ext cx="1097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CQ2: Player Goal Count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SHACL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164592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2743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 Shapes  |  2 Named Property Shapes  |  275 SHACL triples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Constraints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must have exactly one team, one position, one jersey number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417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38528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38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9385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Jersey number 1-99, match week 1-38, goal minute 1-120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984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505456"/>
            <a:ext cx="768096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054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Value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5054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value exceeding 100M EUR triggers a warning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5511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072384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72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Value Shape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0723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should have at least one goal (deactivated for 0-0 draws)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3118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639312"/>
            <a:ext cx="768096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39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 Constraint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6393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if a player scored &gt;5 goals in one match (data entry error)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6850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2062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 (NOT)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42062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sh:not usage with pyshacl compatibility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tested with pyshacl (Python) — all 730 triples pass all constraints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INTEGRATION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"Ontology Population using LLMs" — Saki Norouzi et al. (Week 11 Material)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match reports, simplify TBox role chains for LLM comprehension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7180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Retrieval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articles into ontology-relevant chunks (Summarization or RAG strategy)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71600"/>
            <a:ext cx="1920240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Population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with TBox schema guidance to extract triples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371600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371600"/>
            <a:ext cx="1920240" cy="5029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1371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0116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extracted triples against our shapes, flag violations for review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776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~90%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103120" y="39776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extraction coverage achieved when LLM is guided by modular ontology schema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 outperforms Llama-3 across all configurations)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TO FINAL SUBMISSION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17 June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Widoco Documentation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2801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HTML docs from TBox, publish on GitHub Pages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0" y="1325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74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Demo Implementation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 using Claude/GPT API to extract triples from match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ABox Expansion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remaining Super Lig teams, more matches and transfers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632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Phase 2 report with all sections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Slides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657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for submission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3703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51960"/>
            <a:ext cx="7680960" cy="475488"/>
          </a:xfrm>
          <a:prstGeom prst="rect">
            <a:avLst/>
          </a:prstGeom>
          <a:solidFill>
            <a:srgbClr val="2A2A4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2519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519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with all ontology 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Turkish Super Lig Football Ontology</dc:title>
  <dc:subject>PptxGenJS Presentation</dc:subject>
  <dc:creator>Cemil Koca, Recep Göktuğ Avcı, Murat Genç</dc:creator>
  <cp:lastModifiedBy>Cemil Koca, Recep Göktuğ Avcı, Murat Genç</cp:lastModifiedBy>
  <cp:revision>1</cp:revision>
  <dcterms:created xsi:type="dcterms:W3CDTF">2026-06-01T06:18:36Z</dcterms:created>
  <dcterms:modified xsi:type="dcterms:W3CDTF">2026-06-01T06:18:36Z</dcterms:modified>
</cp:coreProperties>
</file>